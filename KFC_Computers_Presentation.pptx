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D97706"/>
                </a:solidFill>
              </a:defRPr>
            </a:pPr>
            <a:r>
              <a:t>KFC COMPUTERS E-COMMERCE PLATFORM</a:t>
            </a:r>
          </a:p>
          <a:p>
            <a:pPr algn="ctr">
              <a:defRPr sz="1800" b="1">
                <a:solidFill>
                  <a:srgbClr val="0284C7"/>
                </a:solidFill>
              </a:defRPr>
            </a:pPr>
            <a:r>
              <a:t>High-Performance PCs, Custom Builder &amp; Admin Management System</a:t>
            </a:r>
          </a:p>
          <a:p>
            <a:br/>
            <a:pPr algn="ctr">
              <a:defRPr sz="1400">
                <a:solidFill>
                  <a:srgbClr val="1E293B"/>
                </a:solidFill>
              </a:defRPr>
            </a:pPr>
            <a:r>
              <a:t>Full E-Commerce Journey • Interactive Compatibility Engine • JSON Catalog CRUD</a:t>
            </a:r>
          </a:p>
          <a:p>
            <a:br/>
            <a:pPr algn="ctr">
              <a:defRPr sz="1200" b="1">
                <a:solidFill>
                  <a:srgbClr val="000000"/>
                </a:solidFill>
              </a:defRPr>
            </a:pPr>
            <a:r>
              <a:t>Presented by: Development Team | Platform: PHP &amp; SQLite/JSON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KFC COMPUTERS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Executive Summary &amp; System Purpose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• Complete Ready-To-Use Product Catalog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Pre-loaded with 8 realistic Ready-Made Gaming/Workstation PCs &amp; 52 components in Indian Rupee (₹) pricing.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• Interactive Custom PC Builder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12 component category selection with real-time socket, RAM, and PSU wattage compatibility checking.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• No-Code Admin Product Management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Complete Admin Panel allowing non-technical managers to add, edit, delete products and upload images without modifying PHP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• Robust File &amp; DB Architecture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Products stored in JSON files (`products.json` &amp; `components.json`), while user credentials and orders reside in SQLite/PDO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KFC COMPUTERS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Pre-Configured Ready-Made PC Lineup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KFC Starter Gaming PC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₹45,999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Ryzen 5 5600 • RTX 3050 6GB • 16GB DDR4 • 512GB SSD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KFC Gaming Pro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₹69,999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Ryzen 5 7600 • RTX 4060 8GB • 16GB DDR5 • 1TB SSD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6304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KFC Creator PC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₹89,999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Core i7 14700K • RTX 4060 Ti 8GB • 32GB DDR5 • 240mm AIO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KFC Ultimate Gaming PC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₹1,29,999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Ryzen 7 7800X3D • RTX 4070 12GB • 32GB DDR5 • 2TB SSD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84048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KFC Student PC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₹32,999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Core i3 14100 • Integrated UHD Graphics • 16GB 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84048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KFC Office PC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₹38,999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Core i5 14400 • Integrated Graphics • 512GB NVMe SSD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KFC COMPUTERS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Interactive Custom PC Builder &amp; Compatibility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284C7"/>
                </a:solidFill>
              </a:defRPr>
            </a:pPr>
            <a:r>
              <a:t>12 Component Categories</a:t>
            </a:r>
          </a:p>
          <a:p>
            <a:br/>
            <a:pPr>
              <a:defRPr sz="1300">
                <a:solidFill>
                  <a:srgbClr val="000000"/>
                </a:solidFill>
              </a:defRPr>
            </a:pPr>
            <a:r>
              <a:t>• CPU (Processors)</a:t>
            </a:r>
            <a:br/>
            <a:r>
              <a:t>• Motherboard</a:t>
            </a:r>
            <a:br/>
            <a:r>
              <a:t>• RAM (Memory)</a:t>
            </a:r>
            <a:br/>
            <a:r>
              <a:t>• GPU (Graphics)</a:t>
            </a:r>
            <a:br/>
            <a:r>
              <a:t>• SSD (NVMe Storage)</a:t>
            </a:r>
            <a:br/>
            <a:r>
              <a:t>• HDD (Mass Storage)</a:t>
            </a:r>
            <a:br/>
            <a:r>
              <a:t>• PSU (Power Supply)</a:t>
            </a:r>
            <a:br/>
            <a:r>
              <a:t>• Cabinet (Chassis)</a:t>
            </a:r>
            <a:br/>
            <a:r>
              <a:t>• CPU Cooler</a:t>
            </a:r>
            <a:br/>
            <a:r>
              <a:t>• Monitor (Displays)</a:t>
            </a:r>
            <a:br/>
            <a:r>
              <a:t>• Mechanical Keyboard</a:t>
            </a:r>
            <a:br/>
            <a:r>
              <a:t>• Gaming Mouse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Real-Time Compatibility Rules</a:t>
            </a:r>
          </a:p>
          <a:p>
            <a:br/>
            <a:pPr>
              <a:defRPr sz="1300">
                <a:solidFill>
                  <a:srgbClr val="000000"/>
                </a:solidFill>
              </a:defRPr>
            </a:pPr>
            <a:r>
              <a:t>1. CPU vs Motherboard Socket Match:</a:t>
            </a:r>
            <a:br/>
            <a:r>
              <a:t>   - Validates AM4, AM5, and LGA1700 sockets.</a:t>
            </a:r>
            <a:br/>
            <a:br/>
            <a:r>
              <a:t>2. Memory Type Validation:</a:t>
            </a:r>
            <a:br/>
            <a:r>
              <a:t>   - Ensures Motherboard RAM slots match DDR4 or DDR5 RAM sticks.</a:t>
            </a:r>
            <a:br/>
            <a:br/>
            <a:r>
              <a:t>3. PSU Wattage Calculation:</a:t>
            </a:r>
            <a:br/>
            <a:r>
              <a:t>   - Calculates system power draw (CPU + GPU + 100W base) against PSU capacity.</a:t>
            </a:r>
            <a:br/>
            <a:br/>
            <a:r>
              <a:t>4. Your Build Summary:</a:t>
            </a:r>
            <a:br/>
            <a:r>
              <a:t>   - Live total price calculation in ₹ with one-click Add to Cart.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KFC COMPUTERS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Admin Catalog Management &amp; Image Upload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Product Dashboard</a:t>
            </a:r>
          </a:p>
          <a:p>
            <a:br/>
            <a:pPr>
              <a:defRPr sz="1300">
                <a:solidFill>
                  <a:srgbClr val="000000"/>
                </a:solidFill>
              </a:defRPr>
            </a:pPr>
            <a:r>
              <a:t>View all catalog items with images, prices in ₹, stock levels, categories, and direct action triggers.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Add New Product</a:t>
            </a:r>
          </a:p>
          <a:p>
            <a:br/>
            <a:pPr>
              <a:defRPr sz="1300">
                <a:solidFill>
                  <a:srgbClr val="000000"/>
                </a:solidFill>
              </a:defRPr>
            </a:pPr>
            <a:r>
              <a:t>Interactive form for Ready-Made PCs and components with brand, price, stock, specs, and socket parameters.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Edit Product</a:t>
            </a:r>
          </a:p>
          <a:p>
            <a:br/>
            <a:pPr>
              <a:defRPr sz="1300">
                <a:solidFill>
                  <a:srgbClr val="000000"/>
                </a:solidFill>
              </a:defRPr>
            </a:pPr>
            <a:r>
              <a:t>Instant modification of existing prices, specifications, descriptions, and stock counts without editing source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Secure Image Uploads</a:t>
            </a:r>
          </a:p>
          <a:p>
            <a:br/>
            <a:pPr>
              <a:defRPr sz="1300">
                <a:solidFill>
                  <a:srgbClr val="000000"/>
                </a:solidFill>
              </a:defRPr>
            </a:pPr>
            <a:r>
              <a:t>Upload JPG, PNG, WEBP, and SVG product images saved securely in `assets/images/products/` with unique filenames.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